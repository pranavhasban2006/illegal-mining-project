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tool that compares two satellite dates and flags new mining ground, then labels each site legal, disputed or illegal.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Illegal Mining Detector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6888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9CD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new mining disturbance from satellite images, and checking it against legal concessions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7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imagery  |  machine learning  |  Streamlit 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Illegal mining is hard to watch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C8782F"/>
          </a:solidFill>
          <a:ln w="12700">
            <a:solidFill>
              <a:srgbClr val="C878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Remote and large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Mining areas sit in forests and highlands that rangers cannot patrol often.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91840" y="1463040"/>
            <a:ext cx="25603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520440" y="1691640"/>
            <a:ext cx="457200" cy="457200"/>
          </a:xfrm>
          <a:prstGeom prst="ellipse">
            <a:avLst/>
          </a:prstGeom>
          <a:solidFill>
            <a:srgbClr val="C8782F"/>
          </a:solidFill>
          <a:ln w="12700">
            <a:solidFill>
              <a:srgbClr val="C878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5204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52044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Changes fast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8346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pits and clearings can appear between two site visits.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463040"/>
            <a:ext cx="2560320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1691640"/>
            <a:ext cx="457200" cy="457200"/>
          </a:xfrm>
          <a:prstGeom prst="ellipse">
            <a:avLst/>
          </a:prstGeom>
          <a:solidFill>
            <a:srgbClr val="C8782F"/>
          </a:solidFill>
          <a:ln w="12700">
            <a:solidFill>
              <a:srgbClr val="C878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1691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23317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Needs a legal check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834640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detection only matters if you know whether the land is licensed.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Satellites revisit every few days for free. The tool turns two images into a short, checkable list of alerts.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five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48132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60704" y="1737360"/>
            <a:ext cx="457200" cy="457200"/>
          </a:xfrm>
          <a:prstGeom prst="ellipse">
            <a:avLst/>
          </a:prstGeom>
          <a:solidFill>
            <a:srgbClr val="C8782F"/>
          </a:solidFill>
          <a:ln w="12700">
            <a:solidFill>
              <a:srgbClr val="C878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60704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Fetch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43200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cloud-free Sentinel-2 scenes, a year apart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76272" y="1554480"/>
            <a:ext cx="148132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88336" y="1737360"/>
            <a:ext cx="457200" cy="457200"/>
          </a:xfrm>
          <a:prstGeom prst="ellipse">
            <a:avLst/>
          </a:prstGeom>
          <a:solidFill>
            <a:srgbClr val="C8782F"/>
          </a:solidFill>
          <a:ln w="12700">
            <a:solidFill>
              <a:srgbClr val="C878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88336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267712" y="23317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Prepare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2267712" y="2743200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the bands and compute spectral indices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803904" y="1554480"/>
            <a:ext cx="148132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15968" y="1737360"/>
            <a:ext cx="457200" cy="457200"/>
          </a:xfrm>
          <a:prstGeom prst="ellipse">
            <a:avLst/>
          </a:prstGeom>
          <a:solidFill>
            <a:srgbClr val="C8782F"/>
          </a:solidFill>
          <a:ln w="12700">
            <a:solidFill>
              <a:srgbClr val="C878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315968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895344" y="23317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895344" y="2743200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mining from public footprint labels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31536" y="1554480"/>
            <a:ext cx="148132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943600" y="1737360"/>
            <a:ext cx="457200" cy="457200"/>
          </a:xfrm>
          <a:prstGeom prst="ellipse">
            <a:avLst/>
          </a:prstGeom>
          <a:solidFill>
            <a:srgbClr val="C8782F"/>
          </a:solidFill>
          <a:ln w="12700">
            <a:solidFill>
              <a:srgbClr val="C8782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522976" y="23317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522976" y="2743200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ground that is mining now but was not before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059168" y="1554480"/>
            <a:ext cx="1481328" cy="2377440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71232" y="1737360"/>
            <a:ext cx="457200" cy="457200"/>
          </a:xfrm>
          <a:prstGeom prst="ellipse">
            <a:avLst/>
          </a:prstGeom>
          <a:solidFill>
            <a:srgbClr val="2F4A3A"/>
          </a:solidFill>
          <a:ln w="12700">
            <a:solidFill>
              <a:srgbClr val="2F4A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571232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150608" y="2331720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7150608" y="2743200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licences, then export GeoJSON, CSV and HTML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demo: about 10 seconds on synthetic data. Real example: about 30 seconds.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objectives, each a module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8046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32588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2588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acquisition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023360" y="1325880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Find, read and clean two scenes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02536"/>
            <a:ext cx="8046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85800" y="200253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20025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Mining detection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2002536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from labelled examples; compare models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679192"/>
            <a:ext cx="8046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85800" y="267919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67919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detection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023360" y="2679192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ground that changed between the dates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355848"/>
            <a:ext cx="8046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85800" y="335584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35584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status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3355848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Legal, disputed or illegal against concessions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032504"/>
            <a:ext cx="804672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85800" y="403250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371600" y="403250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export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4032504"/>
            <a:ext cx="4480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GeoJSON, CSV and a one-page HTML report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Detection: honest model selection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286000" y="13258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indices from the Sentinel-2 bands, each date normalized on its own.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Labels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286000" y="21945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Global Mining Footprint polygons (weak, coarse labels).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Models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2286000" y="306324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random forest, SVM and gradient boosting compared on a validation split.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319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8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Split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286000" y="393192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Three-way spatial blocks. The test set is scored once, so scores are not tuned on it.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on the real example area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disturbance alerts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371600"/>
            <a:ext cx="2560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29184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878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15.9 ha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new area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603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035040" y="155448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F4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0.985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F1 (held-out blocks)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47472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model: gradient boosting. </a:t>
            </a:r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precision 0.984 and recall 0.987, from a spatial hold-out inside one area. This says nothing about other terrain, so it is not a claim of accuracy elsewhere.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app: no GIS skills needed</a:t>
            </a:r>
            <a:endParaRPr lang="en-US" sz="3200" dirty="0"/>
          </a:p>
        </p:txBody>
      </p:sp>
      <p:pic>
        <p:nvPicPr>
          <p:cNvPr id="3" name="Image 0" descr="D:/Projects/urgent/docs/img/resul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4572000" cy="2938882"/>
          </a:xfrm>
          <a:prstGeom prst="rect">
            <a:avLst/>
          </a:prstGeom>
        </p:spPr>
      </p:pic>
      <p:pic>
        <p:nvPicPr>
          <p:cNvPr id="4" name="Image 1" descr="D:/Projects/urgent/docs/img/results_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280160"/>
            <a:ext cx="2743200" cy="2374697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349240" y="374904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Analyze, Results, Review, Models and Datasets pages. Downloads: GeoJSON, CSV, HTML report.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alert gets a legal status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3E8E5A"/>
          </a:solidFill>
          <a:ln w="12700">
            <a:solidFill>
              <a:srgbClr val="3E8E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valid concession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463040"/>
            <a:ext cx="2560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20440" y="1691640"/>
            <a:ext cx="457200" cy="457200"/>
          </a:xfrm>
          <a:prstGeom prst="ellipse">
            <a:avLst/>
          </a:prstGeom>
          <a:solidFill>
            <a:srgbClr val="D98324"/>
          </a:solidFill>
          <a:ln w="12700">
            <a:solidFill>
              <a:srgbClr val="D983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Disputed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Overlaps a boundary or an unclear licence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25603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1691640"/>
            <a:ext cx="457200" cy="457200"/>
          </a:xfrm>
          <a:prstGeom prst="ellipse">
            <a:avLst/>
          </a:prstGeom>
          <a:solidFill>
            <a:srgbClr val="B8372E"/>
          </a:solidFill>
          <a:ln w="12700">
            <a:solidFill>
              <a:srgbClr val="B8372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Illegal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7432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concession covers it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leads to investigate, not legal findings. Confirm against official concession records.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Honest limitations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are public and coarse; expect noise.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come from one area; no claim for new regions.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Roads, quarries, farms and burn scars can look like mining.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patches can be missed (cloud masking, 0.5 ha minimum).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8E1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Deep-learning models were trained on synthetic data only.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80467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572768"/>
            <a:ext cx="457200" cy="457200"/>
          </a:xfrm>
          <a:prstGeom prst="ellipse">
            <a:avLst/>
          </a:prstGeom>
          <a:solidFill>
            <a:srgbClr val="C8782F"/>
          </a:solidFill>
          <a:ln w="12700">
            <a:solidFill>
              <a:srgbClr val="C8782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144475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deep models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81051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Open-Pit dataset once it is available; the page then reports real scores.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80467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624328"/>
            <a:ext cx="457200" cy="457200"/>
          </a:xfrm>
          <a:prstGeom prst="ellipse">
            <a:avLst/>
          </a:prstGeom>
          <a:solidFill>
            <a:srgbClr val="C8782F"/>
          </a:solidFill>
          <a:ln w="12700">
            <a:solidFill>
              <a:srgbClr val="C8782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6243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49631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regions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86207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labelled sites from other terrain and validate with field checks.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804672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DAC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675888"/>
            <a:ext cx="457200" cy="457200"/>
          </a:xfrm>
          <a:prstGeom prst="ellipse">
            <a:avLst/>
          </a:prstGeom>
          <a:solidFill>
            <a:srgbClr val="C8782F"/>
          </a:solidFill>
          <a:ln w="12700">
            <a:solidFill>
              <a:srgbClr val="C8782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675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371600" y="354787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A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Cut false alarms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91363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look-alike class for roads, quarries and farms.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21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432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87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it: scripts\run_app.bat  |  python -m mining_detector live --example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06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9AE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Data: Copernicus Sentinel-2; Global Mining Footprint (Maus et al., 2022, CC BY-SA 4.0)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Illegal Mining Detector</dc:title>
  <dc:subject>PptxGenJS Presentation</dc:subject>
  <dc:creator>Pranav Hasban</dc:creator>
  <cp:lastModifiedBy>Pranav Hasban</cp:lastModifiedBy>
  <cp:revision>1</cp:revision>
  <dcterms:created xsi:type="dcterms:W3CDTF">2026-10-12T07:42:03Z</dcterms:created>
  <dcterms:modified xsi:type="dcterms:W3CDTF">2026-10-12T07:42:03Z</dcterms:modified>
</cp:coreProperties>
</file>